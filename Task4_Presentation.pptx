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C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1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58200" y="960120"/>
            <a:ext cx="1234440" cy="804672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93808" y="960120"/>
            <a:ext cx="1234440" cy="804672"/>
          </a:xfrm>
          <a:prstGeom prst="roundRect">
            <a:avLst/>
          </a:prstGeom>
          <a:solidFill>
            <a:srgbClr val="2A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58200" y="1993392"/>
            <a:ext cx="2670048" cy="1234440"/>
          </a:xfrm>
          <a:prstGeom prst="roundRect">
            <a:avLst/>
          </a:prstGeom>
          <a:solidFill>
            <a:srgbClr val="1C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58200" y="3456432"/>
            <a:ext cx="2670048" cy="1234440"/>
          </a:xfrm>
          <a:prstGeom prst="roundRect">
            <a:avLst/>
          </a:prstGeom>
          <a:solidFill>
            <a:srgbClr val="1C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732520" y="3931920"/>
            <a:ext cx="237744" cy="32004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71432" y="3657600"/>
            <a:ext cx="237744" cy="594360"/>
          </a:xfrm>
          <a:prstGeom prst="rect">
            <a:avLst/>
          </a:prstGeom>
          <a:solidFill>
            <a:srgbClr val="4B9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10344" y="3813048"/>
            <a:ext cx="237744" cy="438912"/>
          </a:xfrm>
          <a:prstGeom prst="rect">
            <a:avLst/>
          </a:prstGeom>
          <a:solidFill>
            <a:srgbClr val="4B9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49256" y="3474720"/>
            <a:ext cx="237744" cy="77724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488168" y="3721608"/>
            <a:ext cx="237744" cy="530352"/>
          </a:xfrm>
          <a:prstGeom prst="rect">
            <a:avLst/>
          </a:prstGeom>
          <a:solidFill>
            <a:srgbClr val="4B9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6766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SALES FINANCIAL</a:t>
            </a:r>
            <a:br/>
            <a:r>
              <a:t>ANALYSIS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6492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BED7EB"/>
                </a:solidFill>
                <a:latin typeface="Aptos"/>
              </a:defRPr>
            </a:pPr>
            <a:r>
              <a:t>Interactive Sales &amp; Profit Performance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1234440" cy="64008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280006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presentation</a:t>
            </a:r>
            <a:r>
              <a:rPr dirty="0"/>
              <a:t> by: [</a:t>
            </a:r>
            <a:r>
              <a:rPr lang="en-US" dirty="0"/>
              <a:t>SANJAY M</a:t>
            </a:r>
            <a:r>
              <a:rPr dirty="0"/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BED7EB"/>
                </a:solidFill>
                <a:latin typeface="Aptos"/>
              </a:defRPr>
            </a:pPr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55448" cy="585216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E7F92"/>
                </a:solidFill>
                <a:latin typeface="Aptos"/>
              </a:defRPr>
            </a:pPr>
            <a:r>
              <a:t>SALES FINANCIAL ANALYSIS DASHBOARD  |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4155"/>
                </a:solidFill>
                <a:latin typeface="Aptos"/>
              </a:defRPr>
            </a:pPr>
            <a:r>
              <a:t>Develop an interactive Sales Financial Analysis Dashboard using Microsoft Power BI.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42032"/>
            <a:ext cx="146304" cy="146304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9966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04155"/>
                </a:solidFill>
                <a:latin typeface="Aptos"/>
              </a:defRPr>
            </a:pPr>
            <a:r>
              <a:t>Analyze overall sales and profit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09544"/>
            <a:ext cx="146304" cy="146304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36392"/>
            <a:ext cx="9966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04155"/>
                </a:solidFill>
                <a:latin typeface="Aptos"/>
              </a:defRPr>
            </a:pPr>
            <a:r>
              <a:t>Track key performance indicators (KPIs).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877056"/>
            <a:ext cx="146304" cy="146304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803904"/>
            <a:ext cx="9966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04155"/>
                </a:solidFill>
                <a:latin typeface="Aptos"/>
              </a:defRPr>
            </a:pPr>
            <a:r>
              <a:t>Compare results across countries, products, and business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544568"/>
            <a:ext cx="146304" cy="146304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471416"/>
            <a:ext cx="9966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04155"/>
                </a:solidFill>
                <a:latin typeface="Aptos"/>
              </a:defRPr>
            </a:pPr>
            <a:r>
              <a:t>Identify monthly sales trends and discount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12080"/>
            <a:ext cx="146304" cy="146304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5138928"/>
            <a:ext cx="9966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304155"/>
                </a:solidFill>
                <a:latin typeface="Aptos"/>
              </a:defRPr>
            </a:pPr>
            <a:r>
              <a:t>Support better business decisions through interactive visuals and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55448" cy="585216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E7F92"/>
                </a:solidFill>
                <a:latin typeface="Aptos"/>
              </a:defRPr>
            </a:pPr>
            <a:r>
              <a:t>SALES FINANCIAL ANALYSIS DASHBOARD  |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4155"/>
                </a:solidFill>
                <a:latin typeface="Aptos"/>
              </a:defRPr>
            </a:pPr>
            <a:r>
              <a:t>Sample sales and financial dataset prepared for this Power BI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14884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C1C37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214884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C1C3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2148840"/>
            <a:ext cx="27432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19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FILE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26517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C1C37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B4BE"/>
                </a:solidFill>
                <a:latin typeface="Aptos"/>
              </a:defRPr>
            </a:pPr>
            <a:r>
              <a:t>KEY FIELD GROUPS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51206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304155"/>
                </a:solidFill>
                <a:latin typeface="Aptos"/>
              </a:defRPr>
            </a:pPr>
            <a:r>
              <a:t>• Sales: Units Sold, Sale Price, Gross Sales, Discounts, Sales</a:t>
            </a:r>
            <a:br/>
            <a:r>
              <a:t>• Finance: COGS, Profit, Manufacturing Price</a:t>
            </a:r>
            <a:br/>
            <a:r>
              <a:t>• Categories: Country, Product, Segment, Discount Band</a:t>
            </a:r>
            <a:br/>
            <a:r>
              <a:t>• Time: Date, Month, Quarter,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B4BE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60520"/>
            <a:ext cx="5466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04155"/>
                </a:solidFill>
                <a:latin typeface="Aptos"/>
              </a:defRPr>
            </a:pPr>
            <a:r>
              <a:rPr dirty="0"/>
              <a:t>Use Power Query to inspect data types, check</a:t>
            </a:r>
            <a:r>
              <a:rPr lang="en-US" dirty="0"/>
              <a:t> </a:t>
            </a:r>
            <a:r>
              <a:rPr dirty="0"/>
              <a:t>missing values, and prepare fields before building visuals.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55448" cy="585216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E7F92"/>
                </a:solidFill>
                <a:latin typeface="Aptos"/>
              </a:defRPr>
            </a:pPr>
            <a:r>
              <a:t>SALES FINANCIAL ANALYSIS DASHBOARD  |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304155"/>
                </a:solidFill>
                <a:latin typeface="Aptos"/>
              </a:defRPr>
            </a:pPr>
            <a:r>
              <a:rPr dirty="0"/>
              <a:t>The dashboard summarizes sales and profitability through KPIs and visual comparisons.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10241280" cy="128016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304155"/>
                </a:solidFill>
                <a:latin typeface="Aptos"/>
              </a:defRPr>
            </a:pPr>
            <a:r>
              <a:t>Visuals: KPI cards, monthly sales trend, discount band, segment, country, and product analysis.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6AD06-8110-768D-B626-A64328F3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098" y="2139696"/>
            <a:ext cx="7580825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55448" cy="585216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KPIS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E7F92"/>
                </a:solidFill>
                <a:latin typeface="Aptos"/>
              </a:defRPr>
            </a:pPr>
            <a:r>
              <a:t>SALES FINANCIAL ANALYSIS DASHBOARD  |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B4BE"/>
                </a:solidFill>
                <a:latin typeface="Aptos"/>
              </a:defRPr>
            </a:pPr>
            <a:r>
              <a:t>KEY PERFORMANCE INDICATORS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39" y="202082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2304287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C1C37"/>
                </a:solidFill>
                <a:latin typeface="Aptos"/>
              </a:defRPr>
            </a:pPr>
            <a:r>
              <a:t>208.47M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74519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202082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04287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C1C37"/>
                </a:solidFill>
                <a:latin typeface="Aptos"/>
              </a:defRPr>
            </a:pPr>
            <a:r>
              <a:t>140.81M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10896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39" y="325526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Total Units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353872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C1C37"/>
                </a:solidFill>
                <a:latin typeface="Aptos"/>
              </a:defRPr>
            </a:pPr>
            <a:r>
              <a:t>1M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108960"/>
            <a:ext cx="224028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3255264"/>
            <a:ext cx="1965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E7F92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538728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C1C37"/>
                </a:solidFill>
                <a:latin typeface="Aptos"/>
              </a:defRPr>
            </a:pPr>
            <a:r>
              <a:t>68%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32588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B4BE"/>
                </a:solidFill>
                <a:latin typeface="Aptos"/>
              </a:defRPr>
            </a:pPr>
            <a:r>
              <a:t>ANALYSIS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19"/>
            <a:ext cx="475488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304155"/>
                </a:solidFill>
                <a:latin typeface="Aptos"/>
              </a:defRPr>
            </a:pPr>
            <a:r>
              <a:t>• Compare sales across business segments and countries.</a:t>
            </a:r>
            <a:br/>
            <a:br/>
            <a:r>
              <a:t>• Review monthly sales trends.</a:t>
            </a:r>
            <a:br/>
            <a:br/>
            <a:r>
              <a:t>• Examine sales by discount band.</a:t>
            </a:r>
            <a:br/>
            <a:br/>
            <a:r>
              <a:t>• Compare product-level profit.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E7F92"/>
                </a:solidFill>
                <a:latin typeface="Aptos"/>
              </a:defRPr>
            </a:pPr>
            <a:r>
              <a:t>Check all KPI values against your final Power BI report before submitting.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C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55448" cy="5852160"/>
          </a:xfrm>
          <a:prstGeom prst="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4688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E7F92"/>
                </a:solidFill>
                <a:latin typeface="Aptos"/>
              </a:defRPr>
            </a:pPr>
            <a:r>
              <a:t>SALES FINANCIAL ANALYSIS DASHBOARD  |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04155"/>
                </a:solidFill>
                <a:latin typeface="Aptos"/>
              </a:defRPr>
            </a:pPr>
            <a:r>
              <a:t>This project demonstrates how Power BI can turn sales data into an interactive performance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816352"/>
            <a:ext cx="155448" cy="155448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304155"/>
                </a:solidFill>
                <a:latin typeface="Aptos"/>
              </a:defRPr>
            </a:pPr>
            <a:r>
              <a:t>Summarizes important sales and profitability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93592"/>
            <a:ext cx="155448" cy="155448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3520440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304155"/>
                </a:solidFill>
                <a:latin typeface="Aptos"/>
              </a:defRPr>
            </a:pPr>
            <a:r>
              <a:t>Makes it easier to compare categories and identify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70832"/>
            <a:ext cx="155448" cy="155448"/>
          </a:xfrm>
          <a:prstGeom prst="roundRect">
            <a:avLst/>
          </a:prstGeom>
          <a:solidFill>
            <a:srgbClr val="0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297680"/>
            <a:ext cx="9509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304155"/>
                </a:solidFill>
                <a:latin typeface="Aptos"/>
              </a:defRPr>
            </a:pPr>
            <a:r>
              <a:t>Supports data-driven discussion and business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C1C37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349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SANJAY M RCAS2024MDB054</cp:lastModifiedBy>
  <cp:revision>5</cp:revision>
  <dcterms:created xsi:type="dcterms:W3CDTF">2013-01-27T09:14:16Z</dcterms:created>
  <dcterms:modified xsi:type="dcterms:W3CDTF">2026-10-14T15:25:10Z</dcterms:modified>
  <cp:category/>
</cp:coreProperties>
</file>